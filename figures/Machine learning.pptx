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D09B-8457-ED24-135D-427D9BC43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53C3D-94B7-7669-F8BC-36E8F7D8C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8D2DF-B9AC-E09C-DA6D-03B81442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3DAC-AAB1-4438-DB4E-25F9D1AC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B1727-C861-52D7-25DA-32E8B619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5956-AE2E-053E-286F-280A1507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941C6-1164-23CE-60D3-5FE0D5029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3CB5-05B2-9569-944F-9F82341E3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A5092-2769-C4B6-497A-9A664E2F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8CBFA-DEF2-0088-2726-4428E6D8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AC16-79FA-9114-A1E2-B07F1BAF3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5E268-7595-277C-6320-2241FA3E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83D44-FE7D-8B7F-0F0A-04B7FDDE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33CF-91B1-8826-A1F5-3177CF45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3935F-3C9D-B87F-0222-165EA767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30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0822-04FC-A840-153E-8FB1F22D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43532-5623-2890-5A0B-29B0DD65C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21AF5-0336-60FF-4E0B-B9EB3AD1F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4ADD6-99FD-FD98-7D29-554CD552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AABB5-6ECE-1D06-B15F-8127E05D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DC342-3BC3-5967-2EFF-F854A688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3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F33E-7A3C-3EC8-3F5F-D129A761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0977-5169-FE5E-E73A-E66F524FF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306A6-C618-9B2E-D458-42E4FDD13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21F4E-F2D5-AA24-3337-4F42D9130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4D982-A90C-8AA4-F117-8EF3C0489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7BB33-32FF-0A28-B1B9-AA2FBEBF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6D18B-F318-7898-BB4B-B01B417E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46F0C-0488-4517-414B-F2442435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5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FDA0-BC82-151A-6F83-16D77065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8C537-61CE-1E32-7776-FCBAEEB1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B92EB-686D-7764-EC14-A72FF66F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C7702-A08E-A099-92B7-BA241ADA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0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9DCC3-1F1B-5EBE-CF9A-9D994C73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A75B4-3E07-DFA2-879A-7D079EB4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FA8D-C0B2-E872-3B13-591A0A1E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6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49E6-D5F1-7BE2-E884-539D95AF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535A-809D-7ECB-E9A7-419438160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5ABD4-C405-F878-6F0A-3B7D21382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2E924-A563-DA60-FE55-FC3CC44A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8A251-302D-B707-CF3F-A34FB2E0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B5E69-B446-0837-C62D-51064DF1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0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86ED-70FE-73A3-7CC8-9E547D46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DA106-43BE-4C43-E9A8-0D069DE03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878CE-2792-F5DD-02C8-02BC864B4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538F5-93FD-9CC0-B692-87C54C2B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74BAC-E3E1-883E-B58C-74BF68D6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CC26C-D0B7-AB82-CA75-3CEB1948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5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012B-8250-DC9A-E7FF-BCB43D5B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580DC-0E26-1D06-DD22-C881F4E10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2CF0E-94B4-9153-976D-D81FCCFC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DC974-9AFD-A1B0-FE41-4FB71854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92FE5-EAA7-4425-936C-D916BE97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0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54835-8893-8E7D-7372-006C1C87D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6759D-B89B-1DCD-5D15-64AFF71DB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3C0C5-1004-F6AD-E428-A69BBCFE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A7E40-838E-5709-A25C-DCD48ABD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7D338-7D4C-56D9-AED9-C522DDB0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0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6A15F-443E-BA35-72FF-24C014A9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EAC52-5461-1F7F-FA61-425CF931B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E8CC-A427-9948-0CA3-025CC6081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86AA1-5376-4861-840A-E99E56E4C66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FCC1-8AA0-8A9D-0A57-4A6FA2D25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7CAC6-2316-C198-371D-F4E04B43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FD7D3-B600-460C-B098-C0EAEA454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2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36CCB2-2052-A5A0-C2A3-7436C59F6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35879" cy="4711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D0ADC8-50B9-00D3-167D-A46680563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879" y="223944"/>
            <a:ext cx="5531134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6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ACBD-9F99-E7C8-9D2C-429B2C4D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F431-78AC-8AC9-520A-DA89C58F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1134" cy="4711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DD8097-FF49-3CD1-E834-8D9A5BEE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34" y="0"/>
            <a:ext cx="5600988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4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1BCB-7777-6D8D-00DD-EE2F4F69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D3253-64E2-CADE-34CB-EC08408E8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06"/>
          <a:stretch>
            <a:fillRect/>
          </a:stretch>
        </p:blipFill>
        <p:spPr>
          <a:xfrm>
            <a:off x="116877" y="0"/>
            <a:ext cx="5511037" cy="4730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6A2AC-B9F3-6A60-0FF8-EA019520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79" y="0"/>
            <a:ext cx="6083613" cy="553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9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AF1E-757B-A92D-D90E-F6ED9E99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4ACF2-F826-F97E-F81E-7006D5992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1134" cy="4711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212ECB-BABF-BCE7-D8B3-DB7F3C234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483" y="123252"/>
            <a:ext cx="6360573" cy="46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5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635A-EE16-7703-5473-FBFF5EC7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51964B-2AE3-CF6D-F1E5-2416BA84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879" y="119166"/>
            <a:ext cx="5277121" cy="4769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5D757-1767-F268-D347-F44565EA2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413657"/>
            <a:ext cx="6795136" cy="435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5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2B33-F7E4-FA78-25F0-137B1DB9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FBF5C-BFDD-27C0-34AA-CE8E281F9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657082"/>
            <a:ext cx="12046569" cy="55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2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B42A-56BB-FD00-1027-A63D13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6A9DE2-1CBC-BEEC-0C94-8C88BA04B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7"/>
          <a:stretch>
            <a:fillRect/>
          </a:stretch>
        </p:blipFill>
        <p:spPr>
          <a:xfrm>
            <a:off x="952500" y="370114"/>
            <a:ext cx="10287000" cy="64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3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2037-1489-73C8-2AA6-F06CCFB7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F056D-3B86-04B9-9770-23C907D7A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907" y="1057153"/>
            <a:ext cx="5550185" cy="474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North Carolina at Greensboro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Tariq Shah</dc:creator>
  <cp:lastModifiedBy>Tariq Shah</cp:lastModifiedBy>
  <cp:revision>4</cp:revision>
  <dcterms:created xsi:type="dcterms:W3CDTF">2026-10-02T20:47:49Z</dcterms:created>
  <dcterms:modified xsi:type="dcterms:W3CDTF">2026-10-03T00:50:26Z</dcterms:modified>
</cp:coreProperties>
</file>